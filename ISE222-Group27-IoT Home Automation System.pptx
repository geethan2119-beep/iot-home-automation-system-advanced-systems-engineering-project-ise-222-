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9b7033d4c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9b7033d4c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9b7033d4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9b7033d4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b7033d4c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9b7033d4c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b7033d4c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b7033d4c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9b7033d4c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9b7033d4c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9b7033d4c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9b7033d4c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b7033d4c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9b7033d4c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b7033d4c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b7033d4c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b7033d4c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b7033d4c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9b7033d4c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9b7033d4c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b7033d4c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9b7033d4c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9b7033d4c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9b7033d4c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Home Automation System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44"/>
            <a:ext cx="8123100" cy="15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ISE222-Group 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Abhishek Balaji Rao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Geethan Rajkumar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Shuchi Shaileshkumar Patel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Swayam Jaiminkumar Shah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Problem: Not many devices on the market can seamlessly integrate 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</a:t>
            </a: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devices and control all aspects of a smart home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to be more than 43 billion devices connected to the internet in 2023 according to Forbes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suggested hub/gateway device and companion app seek to provide a comprehensive, user-centric solution that meets the changing requirements of the smart home industry.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625" y="0"/>
            <a:ext cx="3254925" cy="325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94718">
            <a:off x="4837582" y="1347113"/>
            <a:ext cx="1266862" cy="244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738" y="90488"/>
            <a:ext cx="6200775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Diagram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00" y="1017725"/>
            <a:ext cx="3999900" cy="39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1325" y="1017725"/>
            <a:ext cx="4612399" cy="3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Requirements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Based on the survey results, the Importance ratings were assigned to different customer needs and wants.</a:t>
            </a:r>
            <a:endParaRPr/>
          </a:p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6350" y="829242"/>
            <a:ext cx="4572000" cy="373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Operational Requirements &amp; TPMs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413" y="1017725"/>
            <a:ext cx="5383174" cy="382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HOQ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324" y="239800"/>
            <a:ext cx="4117349" cy="46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88"/>
              <a:t>Functional Analysis</a:t>
            </a:r>
            <a:endParaRPr sz="26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88"/>
              <a:t>a</a:t>
            </a:r>
            <a:r>
              <a:rPr lang="en" sz="2688"/>
              <a:t>nd Requirement </a:t>
            </a:r>
            <a:r>
              <a:rPr lang="en" sz="2688"/>
              <a:t>Allocation</a:t>
            </a:r>
            <a:endParaRPr sz="2688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250" y="65350"/>
            <a:ext cx="4796925" cy="48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25" y="1889500"/>
            <a:ext cx="3104150" cy="245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Effectiveness: Reliability - FMECA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952025"/>
            <a:ext cx="3999900" cy="40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487" y="1787700"/>
            <a:ext cx="4252325" cy="255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Effectiveness: Sustainability and Maintainability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25"/>
            <a:ext cx="4279938" cy="38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613" y="2320975"/>
            <a:ext cx="334207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Cycle Costing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500" y="166525"/>
            <a:ext cx="5882924" cy="26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75391"/>
            <a:ext cx="3999901" cy="223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275" y="2775399"/>
            <a:ext cx="4786150" cy="23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Systems Engineering Management Plan (SEMP)</a:t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4650"/>
            <a:ext cx="8375098" cy="36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